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RKAN ÇAKI" userId="425291bbdda1604b" providerId="LiveId" clId="{072E0CF5-55D5-49D9-A3B9-7B52D8ED4B83}"/>
    <pc:docChg chg="undo custSel addSld modSld">
      <pc:chgData name="FURKAN ÇAKI" userId="425291bbdda1604b" providerId="LiveId" clId="{072E0CF5-55D5-49D9-A3B9-7B52D8ED4B83}" dt="2026-07-26T08:26:31.683" v="156" actId="14100"/>
      <pc:docMkLst>
        <pc:docMk/>
      </pc:docMkLst>
      <pc:sldChg chg="addSp delSp modSp new mod">
        <pc:chgData name="FURKAN ÇAKI" userId="425291bbdda1604b" providerId="LiveId" clId="{072E0CF5-55D5-49D9-A3B9-7B52D8ED4B83}" dt="2026-07-26T08:25:33.471" v="152" actId="14100"/>
        <pc:sldMkLst>
          <pc:docMk/>
          <pc:sldMk cId="1510196318" sldId="256"/>
        </pc:sldMkLst>
        <pc:picChg chg="add del mod">
          <ac:chgData name="FURKAN ÇAKI" userId="425291bbdda1604b" providerId="LiveId" clId="{072E0CF5-55D5-49D9-A3B9-7B52D8ED4B83}" dt="2026-07-26T08:25:26.445" v="149" actId="478"/>
          <ac:picMkLst>
            <pc:docMk/>
            <pc:sldMk cId="1510196318" sldId="256"/>
            <ac:picMk id="3" creationId="{72B07264-C278-14E2-4E34-B111BFF6444A}"/>
          </ac:picMkLst>
        </pc:picChg>
        <pc:picChg chg="add del mod">
          <ac:chgData name="FURKAN ÇAKI" userId="425291bbdda1604b" providerId="LiveId" clId="{072E0CF5-55D5-49D9-A3B9-7B52D8ED4B83}" dt="2026-07-26T08:12:48.486" v="105" actId="478"/>
          <ac:picMkLst>
            <pc:docMk/>
            <pc:sldMk cId="1510196318" sldId="256"/>
            <ac:picMk id="4" creationId="{D397D4AA-3EE5-3802-D167-C82F11A55659}"/>
          </ac:picMkLst>
        </pc:picChg>
        <pc:picChg chg="add mod">
          <ac:chgData name="FURKAN ÇAKI" userId="425291bbdda1604b" providerId="LiveId" clId="{072E0CF5-55D5-49D9-A3B9-7B52D8ED4B83}" dt="2026-07-26T08:25:33.471" v="152" actId="14100"/>
          <ac:picMkLst>
            <pc:docMk/>
            <pc:sldMk cId="1510196318" sldId="256"/>
            <ac:picMk id="6" creationId="{1507AA4D-D408-36C6-93D0-90C8FAE3C1AF}"/>
          </ac:picMkLst>
        </pc:picChg>
      </pc:sldChg>
      <pc:sldChg chg="addSp delSp modSp new mod">
        <pc:chgData name="FURKAN ÇAKI" userId="425291bbdda1604b" providerId="LiveId" clId="{072E0CF5-55D5-49D9-A3B9-7B52D8ED4B83}" dt="2026-07-26T08:13:32.231" v="112" actId="14100"/>
        <pc:sldMkLst>
          <pc:docMk/>
          <pc:sldMk cId="766258790" sldId="257"/>
        </pc:sldMkLst>
        <pc:picChg chg="add mod">
          <ac:chgData name="FURKAN ÇAKI" userId="425291bbdda1604b" providerId="LiveId" clId="{072E0CF5-55D5-49D9-A3B9-7B52D8ED4B83}" dt="2026-07-26T08:13:32.231" v="112" actId="14100"/>
          <ac:picMkLst>
            <pc:docMk/>
            <pc:sldMk cId="766258790" sldId="257"/>
            <ac:picMk id="3" creationId="{A6FFF2B5-4E91-E0CD-1467-B0A47DD050CC}"/>
          </ac:picMkLst>
        </pc:picChg>
        <pc:picChg chg="add del mod">
          <ac:chgData name="FURKAN ÇAKI" userId="425291bbdda1604b" providerId="LiveId" clId="{072E0CF5-55D5-49D9-A3B9-7B52D8ED4B83}" dt="2026-07-26T08:13:24.445" v="109" actId="478"/>
          <ac:picMkLst>
            <pc:docMk/>
            <pc:sldMk cId="766258790" sldId="257"/>
            <ac:picMk id="4" creationId="{D167D486-9C27-D596-850E-B0012AC80770}"/>
          </ac:picMkLst>
        </pc:picChg>
      </pc:sldChg>
      <pc:sldChg chg="addSp delSp modSp new mod">
        <pc:chgData name="FURKAN ÇAKI" userId="425291bbdda1604b" providerId="LiveId" clId="{072E0CF5-55D5-49D9-A3B9-7B52D8ED4B83}" dt="2026-07-26T08:17:43.797" v="116" actId="14100"/>
        <pc:sldMkLst>
          <pc:docMk/>
          <pc:sldMk cId="2713391549" sldId="258"/>
        </pc:sldMkLst>
        <pc:picChg chg="add mod">
          <ac:chgData name="FURKAN ÇAKI" userId="425291bbdda1604b" providerId="LiveId" clId="{072E0CF5-55D5-49D9-A3B9-7B52D8ED4B83}" dt="2026-07-26T08:17:43.797" v="116" actId="14100"/>
          <ac:picMkLst>
            <pc:docMk/>
            <pc:sldMk cId="2713391549" sldId="258"/>
            <ac:picMk id="3" creationId="{73DEEA5F-904E-73D3-C675-6689C4188D7B}"/>
          </ac:picMkLst>
        </pc:picChg>
        <pc:picChg chg="add del mod">
          <ac:chgData name="FURKAN ÇAKI" userId="425291bbdda1604b" providerId="LiveId" clId="{072E0CF5-55D5-49D9-A3B9-7B52D8ED4B83}" dt="2026-07-26T08:17:37.037" v="113" actId="478"/>
          <ac:picMkLst>
            <pc:docMk/>
            <pc:sldMk cId="2713391549" sldId="258"/>
            <ac:picMk id="4" creationId="{6B459DCB-AF7E-8797-4A6B-6337D1BE12C1}"/>
          </ac:picMkLst>
        </pc:picChg>
      </pc:sldChg>
      <pc:sldChg chg="addSp delSp modSp new mod">
        <pc:chgData name="FURKAN ÇAKI" userId="425291bbdda1604b" providerId="LiveId" clId="{072E0CF5-55D5-49D9-A3B9-7B52D8ED4B83}" dt="2026-07-26T08:18:10.850" v="120" actId="14100"/>
        <pc:sldMkLst>
          <pc:docMk/>
          <pc:sldMk cId="1392151245" sldId="259"/>
        </pc:sldMkLst>
        <pc:picChg chg="add mod">
          <ac:chgData name="FURKAN ÇAKI" userId="425291bbdda1604b" providerId="LiveId" clId="{072E0CF5-55D5-49D9-A3B9-7B52D8ED4B83}" dt="2026-07-26T08:18:10.850" v="120" actId="14100"/>
          <ac:picMkLst>
            <pc:docMk/>
            <pc:sldMk cId="1392151245" sldId="259"/>
            <ac:picMk id="3" creationId="{27EFC94C-7A95-90F9-5C63-DB523385701A}"/>
          </ac:picMkLst>
        </pc:picChg>
        <pc:picChg chg="add del mod">
          <ac:chgData name="FURKAN ÇAKI" userId="425291bbdda1604b" providerId="LiveId" clId="{072E0CF5-55D5-49D9-A3B9-7B52D8ED4B83}" dt="2026-07-26T08:18:03.568" v="117" actId="478"/>
          <ac:picMkLst>
            <pc:docMk/>
            <pc:sldMk cId="1392151245" sldId="259"/>
            <ac:picMk id="4" creationId="{93203EF5-AC69-9C54-55EB-43E0C5D2F1CB}"/>
          </ac:picMkLst>
        </pc:picChg>
      </pc:sldChg>
      <pc:sldChg chg="addSp delSp modSp new mod">
        <pc:chgData name="FURKAN ÇAKI" userId="425291bbdda1604b" providerId="LiveId" clId="{072E0CF5-55D5-49D9-A3B9-7B52D8ED4B83}" dt="2026-07-26T08:19:25.901" v="128" actId="14100"/>
        <pc:sldMkLst>
          <pc:docMk/>
          <pc:sldMk cId="2947482259" sldId="260"/>
        </pc:sldMkLst>
        <pc:picChg chg="add del mod">
          <ac:chgData name="FURKAN ÇAKI" userId="425291bbdda1604b" providerId="LiveId" clId="{072E0CF5-55D5-49D9-A3B9-7B52D8ED4B83}" dt="2026-07-26T08:19:19.560" v="125" actId="478"/>
          <ac:picMkLst>
            <pc:docMk/>
            <pc:sldMk cId="2947482259" sldId="260"/>
            <ac:picMk id="3" creationId="{38D45349-DBA3-6022-0C31-6AB227D2FD36}"/>
          </ac:picMkLst>
        </pc:picChg>
        <pc:picChg chg="add del mod">
          <ac:chgData name="FURKAN ÇAKI" userId="425291bbdda1604b" providerId="LiveId" clId="{072E0CF5-55D5-49D9-A3B9-7B52D8ED4B83}" dt="2026-07-26T08:18:43.929" v="121" actId="478"/>
          <ac:picMkLst>
            <pc:docMk/>
            <pc:sldMk cId="2947482259" sldId="260"/>
            <ac:picMk id="4" creationId="{EDE08F29-98D3-1AB9-A958-F6D3AB2DEBAB}"/>
          </ac:picMkLst>
        </pc:picChg>
        <pc:picChg chg="add mod">
          <ac:chgData name="FURKAN ÇAKI" userId="425291bbdda1604b" providerId="LiveId" clId="{072E0CF5-55D5-49D9-A3B9-7B52D8ED4B83}" dt="2026-07-26T08:19:25.901" v="128" actId="14100"/>
          <ac:picMkLst>
            <pc:docMk/>
            <pc:sldMk cId="2947482259" sldId="260"/>
            <ac:picMk id="6" creationId="{0E55213D-151D-9CA6-0167-60B1C3BC7CAC}"/>
          </ac:picMkLst>
        </pc:picChg>
      </pc:sldChg>
      <pc:sldChg chg="addSp delSp modSp new mod">
        <pc:chgData name="FURKAN ÇAKI" userId="425291bbdda1604b" providerId="LiveId" clId="{072E0CF5-55D5-49D9-A3B9-7B52D8ED4B83}" dt="2026-07-26T08:20:09.795" v="132" actId="14100"/>
        <pc:sldMkLst>
          <pc:docMk/>
          <pc:sldMk cId="631311601" sldId="261"/>
        </pc:sldMkLst>
        <pc:picChg chg="add mod">
          <ac:chgData name="FURKAN ÇAKI" userId="425291bbdda1604b" providerId="LiveId" clId="{072E0CF5-55D5-49D9-A3B9-7B52D8ED4B83}" dt="2026-07-26T08:20:09.795" v="132" actId="14100"/>
          <ac:picMkLst>
            <pc:docMk/>
            <pc:sldMk cId="631311601" sldId="261"/>
            <ac:picMk id="3" creationId="{E277F8F1-14A5-C794-0258-30B2B7468CB4}"/>
          </ac:picMkLst>
        </pc:picChg>
        <pc:picChg chg="add del mod">
          <ac:chgData name="FURKAN ÇAKI" userId="425291bbdda1604b" providerId="LiveId" clId="{072E0CF5-55D5-49D9-A3B9-7B52D8ED4B83}" dt="2026-07-26T08:20:02.038" v="129" actId="478"/>
          <ac:picMkLst>
            <pc:docMk/>
            <pc:sldMk cId="631311601" sldId="261"/>
            <ac:picMk id="4" creationId="{74F9CB13-86AE-6A4C-85E6-6B0FB0A2A602}"/>
          </ac:picMkLst>
        </pc:picChg>
      </pc:sldChg>
      <pc:sldChg chg="addSp delSp modSp new mod">
        <pc:chgData name="FURKAN ÇAKI" userId="425291bbdda1604b" providerId="LiveId" clId="{072E0CF5-55D5-49D9-A3B9-7B52D8ED4B83}" dt="2026-07-26T08:21:06.847" v="136" actId="14100"/>
        <pc:sldMkLst>
          <pc:docMk/>
          <pc:sldMk cId="974351460" sldId="262"/>
        </pc:sldMkLst>
        <pc:picChg chg="add mod">
          <ac:chgData name="FURKAN ÇAKI" userId="425291bbdda1604b" providerId="LiveId" clId="{072E0CF5-55D5-49D9-A3B9-7B52D8ED4B83}" dt="2026-07-26T08:21:06.847" v="136" actId="14100"/>
          <ac:picMkLst>
            <pc:docMk/>
            <pc:sldMk cId="974351460" sldId="262"/>
            <ac:picMk id="3" creationId="{FF430EC3-DE3B-BB0A-CB42-8906DD615129}"/>
          </ac:picMkLst>
        </pc:picChg>
        <pc:picChg chg="add del mod">
          <ac:chgData name="FURKAN ÇAKI" userId="425291bbdda1604b" providerId="LiveId" clId="{072E0CF5-55D5-49D9-A3B9-7B52D8ED4B83}" dt="2026-07-26T08:21:00.467" v="133" actId="478"/>
          <ac:picMkLst>
            <pc:docMk/>
            <pc:sldMk cId="974351460" sldId="262"/>
            <ac:picMk id="4" creationId="{DD67E6F5-7F08-FDE5-4079-BEC201DBFA53}"/>
          </ac:picMkLst>
        </pc:picChg>
      </pc:sldChg>
      <pc:sldChg chg="addSp delSp modSp new mod">
        <pc:chgData name="FURKAN ÇAKI" userId="425291bbdda1604b" providerId="LiveId" clId="{072E0CF5-55D5-49D9-A3B9-7B52D8ED4B83}" dt="2026-07-26T08:22:39.104" v="140" actId="14100"/>
        <pc:sldMkLst>
          <pc:docMk/>
          <pc:sldMk cId="1618973009" sldId="263"/>
        </pc:sldMkLst>
        <pc:picChg chg="add mod">
          <ac:chgData name="FURKAN ÇAKI" userId="425291bbdda1604b" providerId="LiveId" clId="{072E0CF5-55D5-49D9-A3B9-7B52D8ED4B83}" dt="2026-07-26T08:22:39.104" v="140" actId="14100"/>
          <ac:picMkLst>
            <pc:docMk/>
            <pc:sldMk cId="1618973009" sldId="263"/>
            <ac:picMk id="3" creationId="{A6632B7B-C113-25A7-E828-513CEA7FC34B}"/>
          </ac:picMkLst>
        </pc:picChg>
        <pc:picChg chg="add del mod">
          <ac:chgData name="FURKAN ÇAKI" userId="425291bbdda1604b" providerId="LiveId" clId="{072E0CF5-55D5-49D9-A3B9-7B52D8ED4B83}" dt="2026-07-26T08:22:33.118" v="137" actId="478"/>
          <ac:picMkLst>
            <pc:docMk/>
            <pc:sldMk cId="1618973009" sldId="263"/>
            <ac:picMk id="4" creationId="{5D785DE8-735C-0438-8C54-53E4F05C825C}"/>
          </ac:picMkLst>
        </pc:picChg>
      </pc:sldChg>
      <pc:sldChg chg="addSp delSp modSp new mod">
        <pc:chgData name="FURKAN ÇAKI" userId="425291bbdda1604b" providerId="LiveId" clId="{072E0CF5-55D5-49D9-A3B9-7B52D8ED4B83}" dt="2026-07-26T08:23:07.379" v="144" actId="14100"/>
        <pc:sldMkLst>
          <pc:docMk/>
          <pc:sldMk cId="3195017460" sldId="264"/>
        </pc:sldMkLst>
        <pc:picChg chg="add del mod">
          <ac:chgData name="FURKAN ÇAKI" userId="425291bbdda1604b" providerId="LiveId" clId="{072E0CF5-55D5-49D9-A3B9-7B52D8ED4B83}" dt="2026-07-26T08:23:01.211" v="141" actId="478"/>
          <ac:picMkLst>
            <pc:docMk/>
            <pc:sldMk cId="3195017460" sldId="264"/>
            <ac:picMk id="3" creationId="{7489EE08-868F-5711-4782-32F4C128CDB7}"/>
          </ac:picMkLst>
        </pc:picChg>
        <pc:picChg chg="add mod">
          <ac:chgData name="FURKAN ÇAKI" userId="425291bbdda1604b" providerId="LiveId" clId="{072E0CF5-55D5-49D9-A3B9-7B52D8ED4B83}" dt="2026-07-26T08:23:07.379" v="144" actId="14100"/>
          <ac:picMkLst>
            <pc:docMk/>
            <pc:sldMk cId="3195017460" sldId="264"/>
            <ac:picMk id="4" creationId="{9F07E79A-6CE0-F5F8-CF03-7DEFD31A77E9}"/>
          </ac:picMkLst>
        </pc:picChg>
      </pc:sldChg>
      <pc:sldChg chg="addSp delSp modSp new mod">
        <pc:chgData name="FURKAN ÇAKI" userId="425291bbdda1604b" providerId="LiveId" clId="{072E0CF5-55D5-49D9-A3B9-7B52D8ED4B83}" dt="2026-07-26T08:26:31.683" v="156" actId="14100"/>
        <pc:sldMkLst>
          <pc:docMk/>
          <pc:sldMk cId="4044516337" sldId="265"/>
        </pc:sldMkLst>
        <pc:picChg chg="add del mod">
          <ac:chgData name="FURKAN ÇAKI" userId="425291bbdda1604b" providerId="LiveId" clId="{072E0CF5-55D5-49D9-A3B9-7B52D8ED4B83}" dt="2026-07-26T08:26:25.218" v="153" actId="478"/>
          <ac:picMkLst>
            <pc:docMk/>
            <pc:sldMk cId="4044516337" sldId="265"/>
            <ac:picMk id="3" creationId="{8AFF656D-00FC-DD7D-6107-85C1A8E97A34}"/>
          </ac:picMkLst>
        </pc:picChg>
        <pc:picChg chg="add del mod">
          <ac:chgData name="FURKAN ÇAKI" userId="425291bbdda1604b" providerId="LiveId" clId="{072E0CF5-55D5-49D9-A3B9-7B52D8ED4B83}" dt="2026-07-26T08:24:03.955" v="145" actId="478"/>
          <ac:picMkLst>
            <pc:docMk/>
            <pc:sldMk cId="4044516337" sldId="265"/>
            <ac:picMk id="4" creationId="{79EF725A-B9AB-A627-1B0E-914FEF51999E}"/>
          </ac:picMkLst>
        </pc:picChg>
        <pc:picChg chg="add mod">
          <ac:chgData name="FURKAN ÇAKI" userId="425291bbdda1604b" providerId="LiveId" clId="{072E0CF5-55D5-49D9-A3B9-7B52D8ED4B83}" dt="2026-07-26T08:26:31.683" v="156" actId="14100"/>
          <ac:picMkLst>
            <pc:docMk/>
            <pc:sldMk cId="4044516337" sldId="265"/>
            <ac:picMk id="6" creationId="{E94DD3AC-EA36-0B43-5712-1E95472A3A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6F7D87-8A02-2B3B-FA76-2349D217C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A3886FE-0113-0AD3-A497-CF7161C9F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8D6031-60E6-FB4F-266F-4B7E8A1A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14D1BB-21D4-2A16-436C-D601C7B3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5454BA-A93D-618B-126F-FA393234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600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BF6896-AA22-3662-C45A-F9C41B73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C727F1-98BB-034B-66F1-18DB5984F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E3BFD8-8CF8-0098-59DD-0D0EDBC6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754992-2AE0-2B6A-DECA-A37C17BF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83307DE-3774-E4EA-431B-9B6B4398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295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4F3047-8512-A412-B439-F6ABA330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867AA5D-0E83-5DD0-5A74-76DC3FA33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9F532F-9817-DB23-0242-0CEED73E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571F23-7562-2840-63DD-BBA36AC7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622F1A-8C26-C658-756F-72A682CB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616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7EAB83-792C-59BE-4449-128FEA2A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78020C-9C5F-689A-D1EB-C32C2D5AB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F921954-64D5-F7BF-3634-4541F87C7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43CFB82-A7F6-96ED-FD2C-729B81ED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98D1D1A-206C-DC5C-7BD3-2EF5C0C5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4D2E070-A63E-4549-09AC-4BCADAAB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949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33105A-AD25-0251-B1C5-0F73A8989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5A005F0-7472-691D-A2D8-43DB8DB75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19F115F-D2A9-8B5B-589C-F99B2D863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D49E518-B7BF-244C-E248-C70491839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0598444-AF8B-E57C-5B9E-FF630105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17EE556-CF1D-C2F8-F0CF-C03451A1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AADEEB1-F55F-3866-AC52-4F5237C5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5126CD1-8A3A-2E89-57B3-5F6B0CA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545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36E7D9-D728-0249-0619-0D39097A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CB0638C-A307-BD26-AA97-D7BD8414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E458626-F820-75A2-2A07-F134AAA4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BBB492D-F50D-B9AE-4069-2426BF9C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9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6D490EE-A719-9D14-DA33-D99072C0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D253EB-065A-D82D-016F-1B0AD9A3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B99257B-B294-B63C-50E9-6437C11F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501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F46D3B-8F99-6793-281B-A529D2A2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A352AB-FA40-E258-B68D-7BF19B36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91799CB-30A1-B2C0-2851-50384BF76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F3B83C8-9D66-4919-F1AD-91F17C00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B4BFF5F-B88B-22D0-7201-8CEEB21C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601B25-074B-1599-D3CE-CD5AF471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273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E4F94D-862B-30CB-94C6-F6954BFF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8F8041D-918C-E5C8-DCCE-6C6CB6572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701C67-FEC3-CC53-8C52-9358522E2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6CB801F-ABBF-0071-D4F0-E6522632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2CB26AD-F9D1-052E-7095-8D6B22E0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D6D5852-99FE-F51B-AECD-2B59C4A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083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6059EE-35C9-2ABA-B5FE-578F0DD8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935132B-4F0A-316A-9896-A617C920E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A799D2-D204-72CF-0E6D-5EA5A730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2D2FAA9-DEF8-387B-E4C2-8A133070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172967E-35BB-4A70-E816-AAC0566D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503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2DA7567-8666-4CE1-6C6C-AAA9FCD83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59481E9-6AAE-2030-EFA7-73B0F7F6D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BB9A85B-0E30-A6A8-10BD-B71C3688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ED0CFE-43FE-06A2-11AD-31302B99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C58527-7175-DBBF-C3FB-F400664B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707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AB788FB-D5DE-29F0-DFFB-D4CB758D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16038BD-8B1E-D46D-1274-881014080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AEC07CF-1E01-83E1-F861-12CBD2B3F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F94B6-3C93-4AD6-81C3-ED1D950B0E60}" type="datetimeFigureOut">
              <a:rPr lang="tr-TR" smtClean="0"/>
              <a:t>26.07.2026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3864E7F-434F-5765-121F-4B65D1E1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90FE7F8-BFA1-E806-24CE-B4DA57F2E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89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1507AA4D-D408-36C6-93D0-90C8FAE3C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9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6FFF2B5-4E91-E0CD-1467-B0A47DD05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3DEEA5F-904E-73D3-C675-6689C4188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9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7EFC94C-7A95-90F9-5C63-DB523385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5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E55213D-151D-9CA6-0167-60B1C3BC7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8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277F8F1-14A5-C794-0258-30B2B746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1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F430EC3-DE3B-BB0A-CB42-8906DD61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6632B7B-C113-25A7-E828-513CEA7FC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73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9F07E79A-6CE0-F5F8-CF03-7DEFD31A7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1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4DD3AC-EA36-0B43-5712-1E95472A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1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Geniş ekran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FURKAN ÇAKI</dc:creator>
  <cp:lastModifiedBy>FURKAN ÇAKI</cp:lastModifiedBy>
  <cp:revision>1</cp:revision>
  <dcterms:created xsi:type="dcterms:W3CDTF">2026-07-21T07:00:31Z</dcterms:created>
  <dcterms:modified xsi:type="dcterms:W3CDTF">2026-07-26T08:27:05Z</dcterms:modified>
</cp:coreProperties>
</file>